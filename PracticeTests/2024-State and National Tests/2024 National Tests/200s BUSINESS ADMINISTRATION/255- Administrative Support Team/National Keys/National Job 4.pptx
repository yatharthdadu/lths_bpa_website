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93B7DF-6B80-490C-B1E1-996FCC975A29}" v="223" dt="2023-01-26T01:38:36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e Harrington" userId="S::dharrington@ncce.org::0001424e-f7dd-45aa-9aad-95ee30dd8b0f" providerId="AD" clId="Web-{5193B7DF-6B80-490C-B1E1-996FCC975A29}"/>
    <pc:docChg chg="addSld modSld addMainMaster delMainMaster">
      <pc:chgData name="Diane Harrington" userId="S::dharrington@ncce.org::0001424e-f7dd-45aa-9aad-95ee30dd8b0f" providerId="AD" clId="Web-{5193B7DF-6B80-490C-B1E1-996FCC975A29}" dt="2023-01-26T01:38:36.834" v="209" actId="1076"/>
      <pc:docMkLst>
        <pc:docMk/>
      </pc:docMkLst>
      <pc:sldChg chg="modSp mod modClrScheme chgLayout">
        <pc:chgData name="Diane Harrington" userId="S::dharrington@ncce.org::0001424e-f7dd-45aa-9aad-95ee30dd8b0f" providerId="AD" clId="Web-{5193B7DF-6B80-490C-B1E1-996FCC975A29}" dt="2023-01-26T01:33:02.655" v="170"/>
        <pc:sldMkLst>
          <pc:docMk/>
          <pc:sldMk cId="109857222" sldId="256"/>
        </pc:sldMkLst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modClrScheme chgLayout">
        <pc:chgData name="Diane Harrington" userId="S::dharrington@ncce.org::0001424e-f7dd-45aa-9aad-95ee30dd8b0f" providerId="AD" clId="Web-{5193B7DF-6B80-490C-B1E1-996FCC975A29}" dt="2023-01-26T01:33:02.655" v="170"/>
        <pc:sldMkLst>
          <pc:docMk/>
          <pc:sldMk cId="2686791069" sldId="257"/>
        </pc:sldMkLst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2686791069" sldId="257"/>
            <ac:spMk id="2" creationId="{7E757B12-787A-BB55-F40A-6D3EB6DB95F7}"/>
          </ac:spMkLst>
        </pc:spChg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2686791069" sldId="257"/>
            <ac:spMk id="3" creationId="{85642D87-DEE2-6ADE-D79A-B6550EFEAE5C}"/>
          </ac:spMkLst>
        </pc:spChg>
        <pc:spChg chg="add del mod">
          <ac:chgData name="Diane Harrington" userId="S::dharrington@ncce.org::0001424e-f7dd-45aa-9aad-95ee30dd8b0f" providerId="AD" clId="Web-{5193B7DF-6B80-490C-B1E1-996FCC975A29}" dt="2023-01-26T01:29:44.150" v="115"/>
          <ac:spMkLst>
            <pc:docMk/>
            <pc:sldMk cId="2686791069" sldId="257"/>
            <ac:spMk id="5" creationId="{13F6A194-26F1-1B09-485D-9B09FB29E38D}"/>
          </ac:spMkLst>
        </pc:spChg>
        <pc:picChg chg="add mod">
          <ac:chgData name="Diane Harrington" userId="S::dharrington@ncce.org::0001424e-f7dd-45aa-9aad-95ee30dd8b0f" providerId="AD" clId="Web-{5193B7DF-6B80-490C-B1E1-996FCC975A29}" dt="2023-01-26T01:29:41.181" v="114" actId="1076"/>
          <ac:picMkLst>
            <pc:docMk/>
            <pc:sldMk cId="2686791069" sldId="257"/>
            <ac:picMk id="4" creationId="{6CC3FB55-22E8-6830-EB1F-662F50C5A6CA}"/>
          </ac:picMkLst>
        </pc:picChg>
      </pc:sldChg>
      <pc:sldChg chg="addSp delSp modSp new mod modClrScheme chgLayout">
        <pc:chgData name="Diane Harrington" userId="S::dharrington@ncce.org::0001424e-f7dd-45aa-9aad-95ee30dd8b0f" providerId="AD" clId="Web-{5193B7DF-6B80-490C-B1E1-996FCC975A29}" dt="2023-01-26T01:38:36.834" v="209" actId="1076"/>
        <pc:sldMkLst>
          <pc:docMk/>
          <pc:sldMk cId="3982519427" sldId="258"/>
        </pc:sldMkLst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3982519427" sldId="258"/>
            <ac:spMk id="2" creationId="{338BE979-90BC-84DA-D89A-6623D7C52940}"/>
          </ac:spMkLst>
        </pc:spChg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3982519427" sldId="258"/>
            <ac:spMk id="3" creationId="{C8E9D1D0-F463-87EB-86B4-590192051FCD}"/>
          </ac:spMkLst>
        </pc:spChg>
        <pc:spChg chg="add del mod">
          <ac:chgData name="Diane Harrington" userId="S::dharrington@ncce.org::0001424e-f7dd-45aa-9aad-95ee30dd8b0f" providerId="AD" clId="Web-{5193B7DF-6B80-490C-B1E1-996FCC975A29}" dt="2023-01-26T01:30:48.136" v="131"/>
          <ac:spMkLst>
            <pc:docMk/>
            <pc:sldMk cId="3982519427" sldId="258"/>
            <ac:spMk id="5" creationId="{E38C2FA7-DBD7-1718-3455-BEF3B6245C27}"/>
          </ac:spMkLst>
        </pc:spChg>
        <pc:picChg chg="add del mod">
          <ac:chgData name="Diane Harrington" userId="S::dharrington@ncce.org::0001424e-f7dd-45aa-9aad-95ee30dd8b0f" providerId="AD" clId="Web-{5193B7DF-6B80-490C-B1E1-996FCC975A29}" dt="2023-01-26T01:38:10.021" v="207"/>
          <ac:picMkLst>
            <pc:docMk/>
            <pc:sldMk cId="3982519427" sldId="258"/>
            <ac:picMk id="4" creationId="{3BABC1FD-AB0C-C13B-8819-F5B0E26D7262}"/>
          </ac:picMkLst>
        </pc:picChg>
        <pc:picChg chg="add mod">
          <ac:chgData name="Diane Harrington" userId="S::dharrington@ncce.org::0001424e-f7dd-45aa-9aad-95ee30dd8b0f" providerId="AD" clId="Web-{5193B7DF-6B80-490C-B1E1-996FCC975A29}" dt="2023-01-26T01:38:36.834" v="209" actId="1076"/>
          <ac:picMkLst>
            <pc:docMk/>
            <pc:sldMk cId="3982519427" sldId="258"/>
            <ac:picMk id="7" creationId="{3D7A40C6-5B64-8ADA-3D06-4593105ECE62}"/>
          </ac:picMkLst>
        </pc:picChg>
      </pc:sldChg>
      <pc:sldChg chg="addSp delSp modSp new mod modClrScheme chgLayout">
        <pc:chgData name="Diane Harrington" userId="S::dharrington@ncce.org::0001424e-f7dd-45aa-9aad-95ee30dd8b0f" providerId="AD" clId="Web-{5193B7DF-6B80-490C-B1E1-996FCC975A29}" dt="2023-01-26T01:33:02.655" v="170"/>
        <pc:sldMkLst>
          <pc:docMk/>
          <pc:sldMk cId="1326903076" sldId="259"/>
        </pc:sldMkLst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1326903076" sldId="259"/>
            <ac:spMk id="2" creationId="{7E941F5B-94E3-BC26-6388-C3ADFEE8AD3B}"/>
          </ac:spMkLst>
        </pc:spChg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1326903076" sldId="259"/>
            <ac:spMk id="3" creationId="{89953EAA-BE0F-C6FC-6B30-BA5CB48B9085}"/>
          </ac:spMkLst>
        </pc:spChg>
        <pc:spChg chg="add del mod">
          <ac:chgData name="Diane Harrington" userId="S::dharrington@ncce.org::0001424e-f7dd-45aa-9aad-95ee30dd8b0f" providerId="AD" clId="Web-{5193B7DF-6B80-490C-B1E1-996FCC975A29}" dt="2023-01-26T01:31:37.309" v="144"/>
          <ac:spMkLst>
            <pc:docMk/>
            <pc:sldMk cId="1326903076" sldId="259"/>
            <ac:spMk id="5" creationId="{DCAD0417-D115-1E11-6FD2-F8A081BBB1C1}"/>
          </ac:spMkLst>
        </pc:spChg>
        <pc:picChg chg="add mod">
          <ac:chgData name="Diane Harrington" userId="S::dharrington@ncce.org::0001424e-f7dd-45aa-9aad-95ee30dd8b0f" providerId="AD" clId="Web-{5193B7DF-6B80-490C-B1E1-996FCC975A29}" dt="2023-01-26T01:32:45.904" v="169" actId="1076"/>
          <ac:picMkLst>
            <pc:docMk/>
            <pc:sldMk cId="1326903076" sldId="259"/>
            <ac:picMk id="4" creationId="{D4A9B912-6B90-62EF-B3A9-BE8CD5915110}"/>
          </ac:picMkLst>
        </pc:picChg>
      </pc:sldChg>
      <pc:sldChg chg="addSp delSp modSp new mod modClrScheme chgLayout">
        <pc:chgData name="Diane Harrington" userId="S::dharrington@ncce.org::0001424e-f7dd-45aa-9aad-95ee30dd8b0f" providerId="AD" clId="Web-{5193B7DF-6B80-490C-B1E1-996FCC975A29}" dt="2023-01-26T01:33:02.655" v="170"/>
        <pc:sldMkLst>
          <pc:docMk/>
          <pc:sldMk cId="4119343516" sldId="260"/>
        </pc:sldMkLst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4119343516" sldId="260"/>
            <ac:spMk id="2" creationId="{2BBB0256-E385-9147-4EA0-C188AB9B93D9}"/>
          </ac:spMkLst>
        </pc:spChg>
        <pc:spChg chg="mod ord">
          <ac:chgData name="Diane Harrington" userId="S::dharrington@ncce.org::0001424e-f7dd-45aa-9aad-95ee30dd8b0f" providerId="AD" clId="Web-{5193B7DF-6B80-490C-B1E1-996FCC975A29}" dt="2023-01-26T01:33:02.655" v="170"/>
          <ac:spMkLst>
            <pc:docMk/>
            <pc:sldMk cId="4119343516" sldId="260"/>
            <ac:spMk id="3" creationId="{C4EC6587-8A8D-864B-6BE9-7E869F4F32BD}"/>
          </ac:spMkLst>
        </pc:spChg>
        <pc:spChg chg="add del mod">
          <ac:chgData name="Diane Harrington" userId="S::dharrington@ncce.org::0001424e-f7dd-45aa-9aad-95ee30dd8b0f" providerId="AD" clId="Web-{5193B7DF-6B80-490C-B1E1-996FCC975A29}" dt="2023-01-26T01:32:22.622" v="161"/>
          <ac:spMkLst>
            <pc:docMk/>
            <pc:sldMk cId="4119343516" sldId="260"/>
            <ac:spMk id="5" creationId="{29E0BEE9-178B-AEAC-193B-7FD1CFA5D42C}"/>
          </ac:spMkLst>
        </pc:spChg>
        <pc:picChg chg="add mod">
          <ac:chgData name="Diane Harrington" userId="S::dharrington@ncce.org::0001424e-f7dd-45aa-9aad-95ee30dd8b0f" providerId="AD" clId="Web-{5193B7DF-6B80-490C-B1E1-996FCC975A29}" dt="2023-01-26T01:32:19.263" v="160" actId="1076"/>
          <ac:picMkLst>
            <pc:docMk/>
            <pc:sldMk cId="4119343516" sldId="260"/>
            <ac:picMk id="4" creationId="{5B9694C8-9725-352D-CF79-FAC72C23BCC6}"/>
          </ac:picMkLst>
        </pc:picChg>
      </pc:sldChg>
      <pc:sldChg chg="addSp delSp modSp new">
        <pc:chgData name="Diane Harrington" userId="S::dharrington@ncce.org::0001424e-f7dd-45aa-9aad-95ee30dd8b0f" providerId="AD" clId="Web-{5193B7DF-6B80-490C-B1E1-996FCC975A29}" dt="2023-01-26T01:35:58.486" v="206" actId="1076"/>
        <pc:sldMkLst>
          <pc:docMk/>
          <pc:sldMk cId="2113298034" sldId="261"/>
        </pc:sldMkLst>
        <pc:spChg chg="mod">
          <ac:chgData name="Diane Harrington" userId="S::dharrington@ncce.org::0001424e-f7dd-45aa-9aad-95ee30dd8b0f" providerId="AD" clId="Web-{5193B7DF-6B80-490C-B1E1-996FCC975A29}" dt="2023-01-26T01:35:55.643" v="205" actId="20577"/>
          <ac:spMkLst>
            <pc:docMk/>
            <pc:sldMk cId="2113298034" sldId="261"/>
            <ac:spMk id="2" creationId="{00ECDE22-65F3-1D45-97B8-DEF6562C7CF7}"/>
          </ac:spMkLst>
        </pc:spChg>
        <pc:spChg chg="add del mod">
          <ac:chgData name="Diane Harrington" userId="S::dharrington@ncce.org::0001424e-f7dd-45aa-9aad-95ee30dd8b0f" providerId="AD" clId="Web-{5193B7DF-6B80-490C-B1E1-996FCC975A29}" dt="2023-01-26T01:35:43.549" v="202"/>
          <ac:spMkLst>
            <pc:docMk/>
            <pc:sldMk cId="2113298034" sldId="261"/>
            <ac:spMk id="4" creationId="{C23E8F5A-BE4D-9D3E-D958-2CD133126780}"/>
          </ac:spMkLst>
        </pc:spChg>
        <pc:picChg chg="add mod">
          <ac:chgData name="Diane Harrington" userId="S::dharrington@ncce.org::0001424e-f7dd-45aa-9aad-95ee30dd8b0f" providerId="AD" clId="Web-{5193B7DF-6B80-490C-B1E1-996FCC975A29}" dt="2023-01-26T01:35:58.486" v="206" actId="1076"/>
          <ac:picMkLst>
            <pc:docMk/>
            <pc:sldMk cId="2113298034" sldId="261"/>
            <ac:picMk id="3" creationId="{4FFF6A9A-8C23-64D6-03F5-B589129C3CC1}"/>
          </ac:picMkLst>
        </pc:picChg>
      </pc:sldChg>
      <pc:sldMasterChg chg="del delSldLayout">
        <pc:chgData name="Diane Harrington" userId="S::dharrington@ncce.org::0001424e-f7dd-45aa-9aad-95ee30dd8b0f" providerId="AD" clId="Web-{5193B7DF-6B80-490C-B1E1-996FCC975A29}" dt="2023-01-26T01:33:02.655" v="170"/>
        <pc:sldMasterMkLst>
          <pc:docMk/>
          <pc:sldMasterMk cId="2460954070" sldId="2147483660"/>
        </pc:sldMasterMkLst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Diane Harrington" userId="S::dharrington@ncce.org::0001424e-f7dd-45aa-9aad-95ee30dd8b0f" providerId="AD" clId="Web-{5193B7DF-6B80-490C-B1E1-996FCC975A29}" dt="2023-01-26T01:33:02.655" v="170"/>
        <pc:sldMasterMkLst>
          <pc:docMk/>
          <pc:sldMasterMk cId="2697832234" sldId="2147483672"/>
        </pc:sldMasterMkLst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3986141215" sldId="2147483673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2654652695" sldId="2147483674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1931932384" sldId="2147483675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2154414501" sldId="2147483676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25433545" sldId="2147483677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150656554" sldId="2147483678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3134708834" sldId="2147483679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3412464185" sldId="2147483680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2006184406" sldId="2147483681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4017407264" sldId="2147483682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3929225631" sldId="2147483683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3834018632" sldId="2147483684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1179464279" sldId="2147483685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2171440173" sldId="2147483686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1749639696" sldId="2147483687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2457099005" sldId="2147483688"/>
          </pc:sldLayoutMkLst>
        </pc:sldLayoutChg>
        <pc:sldLayoutChg chg="add mod replId">
          <pc:chgData name="Diane Harrington" userId="S::dharrington@ncce.org::0001424e-f7dd-45aa-9aad-95ee30dd8b0f" providerId="AD" clId="Web-{5193B7DF-6B80-490C-B1E1-996FCC975A29}" dt="2023-01-26T01:33:02.655" v="170"/>
          <pc:sldLayoutMkLst>
            <pc:docMk/>
            <pc:sldMasterMk cId="2697832234" sldId="2147483672"/>
            <pc:sldLayoutMk cId="3216176486" sldId="214748368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14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5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93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41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70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46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18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40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25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4018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64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40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639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099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7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832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2015.igem.org/Team:KU_Leuven/Team/Sponsor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2015.igem.org/Team:KU_Leuven/Team/Sponsor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2015.igem.org/Team:KU_Leuven/Team/Sponsor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thank-you-pn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IMA Convention Sponsors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7B12-787A-BB55-F40A-6D3EB6DB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77" y="532101"/>
            <a:ext cx="10515600" cy="1619683"/>
          </a:xfrm>
        </p:spPr>
        <p:txBody>
          <a:bodyPr/>
          <a:lstStyle/>
          <a:p>
            <a:r>
              <a:rPr lang="en-US" dirty="0">
                <a:cs typeface="Calibri Light"/>
              </a:rPr>
              <a:t>Platinum Sponsor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42D87-DEE2-6ADE-D79A-B6550EFEA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>
                <a:cs typeface="Calibri"/>
              </a:rPr>
              <a:t>Marketing Resource</a:t>
            </a:r>
            <a:endParaRPr lang="en-US" sz="4800">
              <a:cs typeface="Calibri"/>
            </a:endParaRPr>
          </a:p>
        </p:txBody>
      </p:sp>
      <p:pic>
        <p:nvPicPr>
          <p:cNvPr id="4" name="Picture 4" descr="A picture containing white, ceramic ware, porcelain&#10;&#10;Description automatically generated">
            <a:extLst>
              <a:ext uri="{FF2B5EF4-FFF2-40B4-BE49-F238E27FC236}">
                <a16:creationId xmlns:a16="http://schemas.microsoft.com/office/drawing/2014/main" id="{6CC3FB55-22E8-6830-EB1F-662F50C5A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60327" y="353291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91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E979-90BC-84DA-D89A-6623D7C5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8" y="566737"/>
            <a:ext cx="10515600" cy="1148628"/>
          </a:xfrm>
        </p:spPr>
        <p:txBody>
          <a:bodyPr/>
          <a:lstStyle/>
          <a:p>
            <a:r>
              <a:rPr lang="en-US" dirty="0">
                <a:cs typeface="Calibri Light"/>
              </a:rPr>
              <a:t>Gold Sponsors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9D1D0-F463-87EB-86B4-590192051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723" y="3522663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cs typeface="Calibri"/>
              </a:rPr>
              <a:t>Digital Solutions</a:t>
            </a:r>
          </a:p>
          <a:p>
            <a:r>
              <a:rPr lang="en-US" sz="4000" dirty="0">
                <a:cs typeface="Calibri"/>
              </a:rPr>
              <a:t>PXR Marketing Solutions</a:t>
            </a:r>
          </a:p>
        </p:txBody>
      </p:sp>
      <p:pic>
        <p:nvPicPr>
          <p:cNvPr id="7" name="Picture 7" descr="Gold Sponsor.png">
            <a:extLst>
              <a:ext uri="{FF2B5EF4-FFF2-40B4-BE49-F238E27FC236}">
                <a16:creationId xmlns:a16="http://schemas.microsoft.com/office/drawing/2014/main" id="{3D7A40C6-5B64-8ADA-3D06-4593105EC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927" y="67194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1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1F5B-94E3-BC26-6388-C3ADFEE8A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615229"/>
            <a:ext cx="10515600" cy="2852737"/>
          </a:xfrm>
        </p:spPr>
        <p:txBody>
          <a:bodyPr/>
          <a:lstStyle/>
          <a:p>
            <a:r>
              <a:rPr lang="en-US" dirty="0">
                <a:cs typeface="Calibri Light"/>
              </a:rPr>
              <a:t>Silver Sponsor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53EAA-BE0F-C6FC-6B30-BA5CB48B9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>
                <a:cs typeface="Calibri"/>
              </a:rPr>
              <a:t>Marketing Connection</a:t>
            </a:r>
          </a:p>
        </p:txBody>
      </p:sp>
      <p:pic>
        <p:nvPicPr>
          <p:cNvPr id="4" name="Picture 4" descr="A picture containing white, ceramic ware, porcelain&#10;&#10;Description automatically generated">
            <a:extLst>
              <a:ext uri="{FF2B5EF4-FFF2-40B4-BE49-F238E27FC236}">
                <a16:creationId xmlns:a16="http://schemas.microsoft.com/office/drawing/2014/main" id="{D4A9B912-6B90-62EF-B3A9-BE8CD5915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41127" y="123305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0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0256-E385-9147-4EA0-C188AB9B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77" y="1391084"/>
            <a:ext cx="10515600" cy="1342591"/>
          </a:xfrm>
        </p:spPr>
        <p:txBody>
          <a:bodyPr/>
          <a:lstStyle/>
          <a:p>
            <a:r>
              <a:rPr lang="en-US" dirty="0">
                <a:cs typeface="Calibri Light"/>
              </a:rPr>
              <a:t>Bronze Sponsors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C6587-8A8D-864B-6BE9-7E869F4F3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177" y="3855172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>
                <a:cs typeface="Calibri"/>
              </a:rPr>
              <a:t>A1 Marketing</a:t>
            </a:r>
          </a:p>
          <a:p>
            <a:r>
              <a:rPr lang="en-US" sz="4400" dirty="0">
                <a:cs typeface="Calibri"/>
              </a:rPr>
              <a:t>GS Entertainment Marketing</a:t>
            </a:r>
          </a:p>
        </p:txBody>
      </p:sp>
      <p:pic>
        <p:nvPicPr>
          <p:cNvPr id="4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5B9694C8-9725-352D-CF79-FAC72C23B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66364" y="82434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4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DE22-65F3-1D45-97B8-DEF6562C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 sponsors for your continued support!</a:t>
            </a:r>
            <a:endParaRPr lang="en-US"/>
          </a:p>
        </p:txBody>
      </p:sp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4FFF6A9A-8C23-64D6-03F5-B589129C3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66109" y="2915356"/>
            <a:ext cx="5999018" cy="315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98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7A9F71624D446A5C8FF2C98AF9792" ma:contentTypeVersion="17" ma:contentTypeDescription="Create a new document." ma:contentTypeScope="" ma:versionID="c212f9082dc27f108e0e11a74afde11d">
  <xsd:schema xmlns:xsd="http://www.w3.org/2001/XMLSchema" xmlns:xs="http://www.w3.org/2001/XMLSchema" xmlns:p="http://schemas.microsoft.com/office/2006/metadata/properties" xmlns:ns2="039e9714-6d50-452e-b251-2dbe47012caf" xmlns:ns3="95a8a2bb-92c3-4b0c-ab0f-ced3bfbfc2a6" targetNamespace="http://schemas.microsoft.com/office/2006/metadata/properties" ma:root="true" ma:fieldsID="d24d77945c920c7790d2a4f0a957be2a" ns2:_="" ns3:_="">
    <xsd:import namespace="039e9714-6d50-452e-b251-2dbe47012caf"/>
    <xsd:import namespace="95a8a2bb-92c3-4b0c-ab0f-ced3bfbfc2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e9714-6d50-452e-b251-2dbe47012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2ac7e9d-6780-422b-b0c8-4b08eebcc1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4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8a2bb-92c3-4b0c-ab0f-ced3bfbfc2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9e9714-6d50-452e-b251-2dbe47012caf">
      <Terms xmlns="http://schemas.microsoft.com/office/infopath/2007/PartnerControls"/>
    </lcf76f155ced4ddcb4097134ff3c332f>
    <Notes xmlns="039e9714-6d50-452e-b251-2dbe47012caf" xsi:nil="true"/>
  </documentManagement>
</p:properties>
</file>

<file path=customXml/itemProps1.xml><?xml version="1.0" encoding="utf-8"?>
<ds:datastoreItem xmlns:ds="http://schemas.openxmlformats.org/officeDocument/2006/customXml" ds:itemID="{D33021AB-E795-477D-B4DD-AA9565754511}"/>
</file>

<file path=customXml/itemProps2.xml><?xml version="1.0" encoding="utf-8"?>
<ds:datastoreItem xmlns:ds="http://schemas.openxmlformats.org/officeDocument/2006/customXml" ds:itemID="{249956A8-3EBF-494A-B997-887B6973CEE8}"/>
</file>

<file path=customXml/itemProps3.xml><?xml version="1.0" encoding="utf-8"?>
<ds:datastoreItem xmlns:ds="http://schemas.openxmlformats.org/officeDocument/2006/customXml" ds:itemID="{7513535C-562B-4607-B00D-5532816ED86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</vt:lpstr>
      <vt:lpstr>IMA Convention Sponsors</vt:lpstr>
      <vt:lpstr>Platinum Sponsor</vt:lpstr>
      <vt:lpstr>Gold Sponsors</vt:lpstr>
      <vt:lpstr>Silver Sponsor</vt:lpstr>
      <vt:lpstr>Bronze Sponsors</vt:lpstr>
      <vt:lpstr>Thank you sponsors for your continued support!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55</cp:revision>
  <dcterms:created xsi:type="dcterms:W3CDTF">2023-01-26T01:22:42Z</dcterms:created>
  <dcterms:modified xsi:type="dcterms:W3CDTF">2023-01-26T01:38:43Z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0x01010040E7A9F71624D446A5C8FF2C98AF9792</vt:lpwstr>
  </property>
</Properties>
</file>