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164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2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814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6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937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14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8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6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4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5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5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C3F509B-2F7C-4EFF-B953-140EE908B2B9}" type="datetimeFigureOut">
              <a:rPr lang="en-US" smtClean="0"/>
              <a:t>9/7/2018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E54E17-8D1E-4B0E-86C0-C0D492EC529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9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JP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5345" y="1862051"/>
            <a:ext cx="9728662" cy="2197097"/>
          </a:xfrm>
        </p:spPr>
        <p:txBody>
          <a:bodyPr/>
          <a:lstStyle/>
          <a:p>
            <a:pPr algn="ctr"/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N.E.W. Orientation 2019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3200" dirty="0" smtClean="0"/>
              <a:t>ew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sz="3200" dirty="0" smtClean="0"/>
              <a:t>mployee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sz="3200" dirty="0" smtClean="0"/>
              <a:t>elcome Orientation 2019</a:t>
            </a:r>
          </a:p>
          <a:p>
            <a:r>
              <a:rPr lang="en-US" i="1" dirty="0" smtClean="0"/>
              <a:t>Presented by Professional Business Associates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60543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Welcome To Professional Business Associates</a:t>
            </a:r>
            <a:br>
              <a:rPr lang="en-US" sz="4400" dirty="0" smtClean="0"/>
            </a:b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4400" dirty="0" smtClean="0"/>
              <a:t>ew </a:t>
            </a: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sz="4400" dirty="0" smtClean="0"/>
              <a:t>mployee </a:t>
            </a: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</a:t>
            </a:r>
            <a:r>
              <a:rPr lang="en-US" sz="4400" dirty="0" smtClean="0"/>
              <a:t>elcome Orientation 2019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695" y="1845734"/>
            <a:ext cx="11687693" cy="339128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This orientation session is designed to give you an overview and introduction to </a:t>
            </a:r>
            <a:r>
              <a:rPr lang="en-US" sz="3600" dirty="0" smtClean="0"/>
              <a:t>Professional </a:t>
            </a:r>
            <a:r>
              <a:rPr lang="en-US" sz="3600" dirty="0"/>
              <a:t>Business Associates. </a:t>
            </a:r>
            <a:r>
              <a:rPr lang="en-US" sz="4000" i="1" dirty="0" smtClean="0"/>
              <a:t/>
            </a:r>
            <a:br>
              <a:rPr lang="en-US" sz="4000" i="1" dirty="0" smtClean="0"/>
            </a:br>
            <a:r>
              <a:rPr lang="en-US" sz="3600" b="1" i="1" dirty="0" smtClean="0"/>
              <a:t>Please </a:t>
            </a:r>
            <a:r>
              <a:rPr lang="en-US" sz="3600" b="1" i="1" dirty="0"/>
              <a:t>feel free to ask </a:t>
            </a:r>
            <a:r>
              <a:rPr lang="en-US" sz="3600" b="1" i="1" dirty="0" smtClean="0"/>
              <a:t>questions </a:t>
            </a:r>
            <a:r>
              <a:rPr lang="en-US" sz="3600" b="1" i="1" dirty="0"/>
              <a:t>at any time! </a:t>
            </a:r>
            <a:endParaRPr lang="en-US" sz="3600" b="1" i="1" dirty="0" smtClean="0"/>
          </a:p>
          <a:p>
            <a:pPr marL="0" indent="0" algn="ctr">
              <a:buNone/>
            </a:pPr>
            <a:r>
              <a:rPr lang="en-US" sz="5600" b="1" dirty="0"/>
              <a:t>We’re Glad You’re Here!</a:t>
            </a:r>
            <a:endParaRPr lang="en-US" sz="5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604" y="4467032"/>
            <a:ext cx="5602073" cy="175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9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Introductions</a:t>
            </a:r>
            <a:endParaRPr 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i="1" dirty="0"/>
              <a:t>Please </a:t>
            </a:r>
            <a:r>
              <a:rPr lang="en-US" sz="4000" i="1" dirty="0" smtClean="0"/>
              <a:t>share: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i="1" dirty="0" smtClean="0"/>
              <a:t>Your Name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i="1" dirty="0" smtClean="0"/>
              <a:t>Department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i="1" dirty="0" smtClean="0"/>
              <a:t>Main </a:t>
            </a:r>
            <a:r>
              <a:rPr lang="en-US" sz="4000" i="1" dirty="0"/>
              <a:t>Office Location </a:t>
            </a:r>
            <a:endParaRPr lang="en-US" sz="4000" i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4000" i="1" dirty="0" smtClean="0"/>
              <a:t>A </a:t>
            </a:r>
            <a:r>
              <a:rPr lang="en-US" sz="4000" i="1" dirty="0"/>
              <a:t>hobby or interest </a:t>
            </a:r>
            <a:r>
              <a:rPr lang="en-US" sz="4000" i="1" dirty="0" smtClean="0"/>
              <a:t>(outside </a:t>
            </a:r>
            <a:r>
              <a:rPr lang="en-US" sz="4000" i="1" dirty="0"/>
              <a:t>of </a:t>
            </a:r>
            <a:r>
              <a:rPr lang="en-US" sz="4000" i="1" dirty="0" smtClean="0"/>
              <a:t>work)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424" y="1978430"/>
            <a:ext cx="6279390" cy="218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99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N.E.W. Agenda</a:t>
            </a:r>
            <a:endParaRPr lang="en-US" sz="6000" b="1" dirty="0"/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926979"/>
              </p:ext>
            </p:extLst>
          </p:nvPr>
        </p:nvGraphicFramePr>
        <p:xfrm>
          <a:off x="3506788" y="1846263"/>
          <a:ext cx="5237162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Document" r:id="rId3" imgW="5940848" imgH="4563053" progId="Word.Document.12">
                  <p:embed/>
                </p:oleObj>
              </mc:Choice>
              <mc:Fallback>
                <p:oleObj name="Document" r:id="rId3" imgW="5940848" imgH="45630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06788" y="1846263"/>
                        <a:ext cx="5237162" cy="402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016" y="1011981"/>
            <a:ext cx="4069984" cy="358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2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/>
              <a:t>Management Team @ </a:t>
            </a: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>Professional </a:t>
            </a:r>
            <a:r>
              <a:rPr lang="en-US" sz="5400" b="1" dirty="0"/>
              <a:t>Business Associates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549226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Nancy </a:t>
            </a:r>
            <a:r>
              <a:rPr lang="en-US" sz="3200" dirty="0" smtClean="0"/>
              <a:t>Wells - Chief </a:t>
            </a:r>
            <a:r>
              <a:rPr lang="en-US" sz="3200" dirty="0"/>
              <a:t>Executive Officer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Harvey </a:t>
            </a:r>
            <a:r>
              <a:rPr lang="en-US" sz="3200" dirty="0" smtClean="0"/>
              <a:t>Rosen - Financial </a:t>
            </a:r>
            <a:r>
              <a:rPr lang="en-US" sz="3200" dirty="0"/>
              <a:t>Services </a:t>
            </a:r>
            <a:r>
              <a:rPr lang="en-US" sz="3200" dirty="0" smtClean="0"/>
              <a:t>Department Manager</a:t>
            </a:r>
            <a:r>
              <a:rPr lang="en-US" sz="3200" dirty="0"/>
              <a:t>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Tom </a:t>
            </a:r>
            <a:r>
              <a:rPr lang="en-US" sz="3200" dirty="0" smtClean="0"/>
              <a:t>Carlson - Information </a:t>
            </a:r>
            <a:r>
              <a:rPr lang="en-US" sz="3200" dirty="0"/>
              <a:t>Technology </a:t>
            </a:r>
            <a:r>
              <a:rPr lang="en-US" sz="3200" dirty="0" smtClean="0"/>
              <a:t>Department Manager</a:t>
            </a:r>
            <a:r>
              <a:rPr lang="en-US" sz="3200" dirty="0"/>
              <a:t>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Julie </a:t>
            </a:r>
            <a:r>
              <a:rPr lang="en-US" sz="3200" dirty="0" smtClean="0"/>
              <a:t>Smith - Human </a:t>
            </a:r>
            <a:r>
              <a:rPr lang="en-US" sz="3200" dirty="0"/>
              <a:t>Resources </a:t>
            </a:r>
            <a:r>
              <a:rPr lang="en-US" sz="3200" dirty="0" smtClean="0"/>
              <a:t>Department Manager</a:t>
            </a:r>
            <a:r>
              <a:rPr lang="en-US" sz="3200" dirty="0"/>
              <a:t>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Roger </a:t>
            </a:r>
            <a:r>
              <a:rPr lang="en-US" sz="3200" dirty="0" smtClean="0"/>
              <a:t>Meyer - Marketing Department Manager</a:t>
            </a:r>
            <a:r>
              <a:rPr lang="en-US" sz="3200" dirty="0"/>
              <a:t>	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Edna </a:t>
            </a:r>
            <a:r>
              <a:rPr lang="en-US" sz="3200" dirty="0" smtClean="0"/>
              <a:t>Renick - Administrative </a:t>
            </a:r>
            <a:r>
              <a:rPr lang="en-US" sz="3200" dirty="0"/>
              <a:t>Support </a:t>
            </a:r>
            <a:r>
              <a:rPr lang="en-US" sz="3200" dirty="0" smtClean="0"/>
              <a:t>Department Manager</a:t>
            </a:r>
            <a:r>
              <a:rPr lang="en-US" dirty="0"/>
              <a:t>	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3" y="5240438"/>
            <a:ext cx="1823778" cy="108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84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/>
              <a:t>Professional Development @ </a:t>
            </a: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>Professional </a:t>
            </a:r>
            <a:r>
              <a:rPr lang="en-US" sz="5400" b="1" dirty="0"/>
              <a:t>Business Associates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63873"/>
          </a:xfrm>
        </p:spPr>
        <p:txBody>
          <a:bodyPr>
            <a:noAutofit/>
          </a:bodyPr>
          <a:lstStyle/>
          <a:p>
            <a:r>
              <a:rPr lang="en-US" sz="2800" dirty="0"/>
              <a:t>Professional Business Associates has a strong commitment to professional development for all team members. </a:t>
            </a:r>
            <a:r>
              <a:rPr lang="en-US" sz="2800" dirty="0" smtClean="0"/>
              <a:t>Such </a:t>
            </a:r>
            <a:r>
              <a:rPr lang="en-US" sz="2800" dirty="0"/>
              <a:t>as: </a:t>
            </a:r>
            <a:endParaRPr lang="en-US" sz="2800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/>
              <a:t>Technology </a:t>
            </a:r>
            <a:r>
              <a:rPr lang="en-US" sz="2800" dirty="0" smtClean="0"/>
              <a:t>Training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/>
              <a:t>Seminars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/>
              <a:t>Conferences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/>
              <a:t>Tuition Reimbursement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/>
              <a:t>Learn </a:t>
            </a:r>
            <a:r>
              <a:rPr lang="en-US" sz="2800" dirty="0"/>
              <a:t>a 2</a:t>
            </a:r>
            <a:r>
              <a:rPr lang="en-US" sz="2800" baseline="30000" dirty="0"/>
              <a:t>nd</a:t>
            </a:r>
            <a:r>
              <a:rPr lang="en-US" sz="2800" dirty="0"/>
              <a:t> </a:t>
            </a:r>
            <a:r>
              <a:rPr lang="en-US" sz="2800" dirty="0" smtClean="0"/>
              <a:t>Language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 smtClean="0"/>
              <a:t>and </a:t>
            </a:r>
            <a:r>
              <a:rPr lang="en-US" sz="2800" dirty="0"/>
              <a:t>More!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609" y="3137708"/>
            <a:ext cx="596265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670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5400" b="1" dirty="0"/>
              <a:t>Innovation @ </a:t>
            </a:r>
            <a:r>
              <a:rPr lang="en-US" sz="5400" b="1" dirty="0" smtClean="0"/>
              <a:t/>
            </a:r>
            <a:br>
              <a:rPr lang="en-US" sz="5400" b="1" dirty="0" smtClean="0"/>
            </a:br>
            <a:r>
              <a:rPr lang="en-US" sz="5400" b="1" dirty="0" smtClean="0"/>
              <a:t>Professional </a:t>
            </a:r>
            <a:r>
              <a:rPr lang="en-US" sz="5400" b="1" dirty="0"/>
              <a:t>Business Associates</a:t>
            </a:r>
            <a:r>
              <a:rPr lang="en-US" sz="5400" b="1" dirty="0" smtClean="0"/>
              <a:t> </a:t>
            </a:r>
            <a:endParaRPr lang="en-US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5904" y="1936866"/>
            <a:ext cx="4937760" cy="4023360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4000" dirty="0"/>
              <a:t>Professional Business Associates encourages the input and innovation from our team members and looks to promote within the organization.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602" y="1845425"/>
            <a:ext cx="2603967" cy="4024313"/>
          </a:xfrm>
        </p:spPr>
      </p:pic>
    </p:spTree>
    <p:extLst>
      <p:ext uri="{BB962C8B-B14F-4D97-AF65-F5344CB8AC3E}">
        <p14:creationId xmlns:p14="http://schemas.microsoft.com/office/powerpoint/2010/main" val="128119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/>
              <a:t>Questions?</a:t>
            </a:r>
            <a:endParaRPr lang="en-US" sz="60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49" y="1846263"/>
            <a:ext cx="4411628" cy="4022725"/>
          </a:xfrm>
        </p:spPr>
      </p:pic>
    </p:spTree>
    <p:extLst>
      <p:ext uri="{BB962C8B-B14F-4D97-AF65-F5344CB8AC3E}">
        <p14:creationId xmlns:p14="http://schemas.microsoft.com/office/powerpoint/2010/main" val="417638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</TotalTime>
  <Words>125</Words>
  <Application>Microsoft Office PowerPoint</Application>
  <PresentationFormat>Widescreen</PresentationFormat>
  <Paragraphs>31</Paragraphs>
  <Slides>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Calibri Light</vt:lpstr>
      <vt:lpstr>Wingdings</vt:lpstr>
      <vt:lpstr>Retrospect</vt:lpstr>
      <vt:lpstr>Microsoft Word Document</vt:lpstr>
      <vt:lpstr>N.E.W. Orientation 2019</vt:lpstr>
      <vt:lpstr>Welcome To Professional Business Associates New Employee Welcome Orientation 2019</vt:lpstr>
      <vt:lpstr>Introductions</vt:lpstr>
      <vt:lpstr>N.E.W. Agenda</vt:lpstr>
      <vt:lpstr>Management Team @  Professional Business Associates</vt:lpstr>
      <vt:lpstr>Professional Development @  Professional Business Associates</vt:lpstr>
      <vt:lpstr>Innovation @  Professional Business Associates </vt:lpstr>
      <vt:lpstr>Questions?</vt:lpstr>
    </vt:vector>
  </TitlesOfParts>
  <Company>Northcentral Technical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4 Presenatation - NATIONAL KEY</dc:title>
  <dc:creator>Dianne Carroll</dc:creator>
  <cp:lastModifiedBy>Dianne Carroll</cp:lastModifiedBy>
  <cp:revision>9</cp:revision>
  <dcterms:created xsi:type="dcterms:W3CDTF">2018-09-07T19:02:53Z</dcterms:created>
  <dcterms:modified xsi:type="dcterms:W3CDTF">2018-09-07T19:53:56Z</dcterms:modified>
</cp:coreProperties>
</file>