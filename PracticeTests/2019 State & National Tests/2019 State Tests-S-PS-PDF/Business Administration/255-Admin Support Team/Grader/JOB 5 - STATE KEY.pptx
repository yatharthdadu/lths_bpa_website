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61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4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70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8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41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61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6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9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28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17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625472" cy="2971801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Professional Business Associates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Staff Training Event 2019</a:t>
            </a:r>
          </a:p>
          <a:p>
            <a:r>
              <a:rPr lang="en-US" dirty="0" smtClean="0">
                <a:latin typeface="+mn-lt"/>
              </a:rPr>
              <a:t>July 16, 2019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037" y="2502568"/>
            <a:ext cx="3420414" cy="342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7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Professional Business Associates </a:t>
            </a:r>
            <a:r>
              <a:rPr lang="en-US" dirty="0" smtClean="0">
                <a:latin typeface="+mn-lt"/>
                <a:cs typeface="Arial" panose="020B0604020202020204" pitchFamily="34" charset="0"/>
              </a:rPr>
              <a:t/>
            </a:r>
            <a:br>
              <a:rPr lang="en-US" dirty="0" smtClean="0">
                <a:latin typeface="+mn-lt"/>
                <a:cs typeface="Arial" panose="020B0604020202020204" pitchFamily="34" charset="0"/>
              </a:rPr>
            </a:br>
            <a:r>
              <a:rPr lang="en-US" dirty="0" smtClean="0">
                <a:latin typeface="+mn-lt"/>
                <a:cs typeface="Arial" panose="020B0604020202020204" pitchFamily="34" charset="0"/>
              </a:rPr>
              <a:t>Staff </a:t>
            </a:r>
            <a:r>
              <a:rPr lang="en-US" dirty="0">
                <a:latin typeface="+mn-lt"/>
                <a:cs typeface="Arial" panose="020B0604020202020204" pitchFamily="34" charset="0"/>
              </a:rPr>
              <a:t>Training Event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endParaRPr lang="en-US" sz="1600" i="1" dirty="0" smtClean="0"/>
          </a:p>
          <a:p>
            <a:pPr algn="ctr"/>
            <a:r>
              <a:rPr lang="en-US" sz="4800" dirty="0" smtClean="0"/>
              <a:t>This </a:t>
            </a:r>
            <a:r>
              <a:rPr lang="en-US" sz="4800" dirty="0"/>
              <a:t>event has been designed to provide training on upcoming technology and procedures to be used at Professional Business Associates. </a:t>
            </a:r>
            <a:r>
              <a:rPr lang="en-US" sz="4800" dirty="0" smtClean="0"/>
              <a:t>Please </a:t>
            </a:r>
            <a:r>
              <a:rPr lang="en-US" sz="4800" dirty="0"/>
              <a:t>feel free to ask questions at any time! </a:t>
            </a:r>
            <a:endParaRPr lang="en-US" sz="4800" dirty="0" smtClean="0"/>
          </a:p>
          <a:p>
            <a:pPr algn="ctr"/>
            <a:r>
              <a:rPr lang="en-US" sz="6000" b="1" dirty="0" smtClean="0"/>
              <a:t>We’re </a:t>
            </a:r>
            <a:r>
              <a:rPr lang="en-US" sz="6000" b="1" dirty="0"/>
              <a:t>Glad You’re Here</a:t>
            </a:r>
            <a:r>
              <a:rPr lang="en-US" sz="6000" b="1" dirty="0" smtClean="0"/>
              <a:t>!</a:t>
            </a:r>
            <a:endParaRPr lang="en-US" sz="6000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56" y="178229"/>
            <a:ext cx="2424959" cy="151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Introductions – </a:t>
            </a:r>
            <a:br>
              <a:rPr lang="en-US" dirty="0" smtClean="0"/>
            </a:br>
            <a:r>
              <a:rPr lang="en-US" dirty="0" smtClean="0"/>
              <a:t>Please Share Your: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/>
              <a:t>Name?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/>
              <a:t>Department?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/>
              <a:t>Main </a:t>
            </a:r>
            <a:r>
              <a:rPr lang="en-US" sz="4400" dirty="0"/>
              <a:t>Office </a:t>
            </a:r>
            <a:r>
              <a:rPr lang="en-US" sz="4400" dirty="0" smtClean="0"/>
              <a:t>Location?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/>
              <a:t>What </a:t>
            </a:r>
            <a:r>
              <a:rPr lang="en-US" sz="4400" dirty="0"/>
              <a:t>are you most excited to learn about during this </a:t>
            </a:r>
            <a:r>
              <a:rPr lang="en-US" sz="4400" dirty="0" smtClean="0"/>
              <a:t>event?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562" y="1845734"/>
            <a:ext cx="2124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@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Professional </a:t>
            </a:r>
            <a:r>
              <a:rPr lang="en-US" dirty="0"/>
              <a:t>Business Associates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What new technology will be coming to Professional Business Associates?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967" y="3678344"/>
            <a:ext cx="36290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5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@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Professional </a:t>
            </a:r>
            <a:r>
              <a:rPr lang="en-US" dirty="0"/>
              <a:t>Business Associates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9074" y="1845734"/>
            <a:ext cx="6936606" cy="402336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The move to Microsoft Outlook at Professional Business Associates.</a:t>
            </a:r>
          </a:p>
          <a:p>
            <a:pPr algn="ctr"/>
            <a:endParaRPr lang="en-US" sz="4400" dirty="0"/>
          </a:p>
          <a:p>
            <a:pPr algn="ctr"/>
            <a:r>
              <a:rPr lang="en-US" sz="4400" b="1" dirty="0" smtClean="0"/>
              <a:t>COMING SOON </a:t>
            </a:r>
            <a:r>
              <a:rPr lang="en-US" sz="4400" b="1" dirty="0"/>
              <a:t>– Fall 2019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94" y="1845734"/>
            <a:ext cx="36576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6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 Development @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Professional </a:t>
            </a:r>
            <a:r>
              <a:rPr lang="en-US" dirty="0"/>
              <a:t>Business Associates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068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Employees and Staff at Professional Business Associates will be provided with FREE opportunities for industry recognized training and certifications.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Microsoft </a:t>
            </a:r>
            <a:r>
              <a:rPr lang="en-US" sz="2200" dirty="0"/>
              <a:t>Office </a:t>
            </a:r>
            <a:r>
              <a:rPr lang="en-US" sz="2200" dirty="0" smtClean="0"/>
              <a:t>Specialist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Word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PowerPoint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Excel</a:t>
            </a:r>
            <a:r>
              <a:rPr lang="en-US" dirty="0"/>
              <a:t>, </a:t>
            </a:r>
            <a:r>
              <a:rPr lang="en-US" dirty="0" smtClean="0"/>
              <a:t>Access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Outlook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mtClean="0"/>
              <a:t>SharePoint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 OneNote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QuickBooks </a:t>
            </a:r>
            <a:r>
              <a:rPr lang="en-US" sz="2200" dirty="0"/>
              <a:t>Certified </a:t>
            </a:r>
            <a:r>
              <a:rPr lang="en-US" sz="2200" dirty="0" smtClean="0"/>
              <a:t>User</a:t>
            </a:r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Adobe Certified Associate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144" y="2657475"/>
            <a:ext cx="4304061" cy="34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Please refer to the agenda for your session times and locations.</a:t>
            </a:r>
          </a:p>
          <a:p>
            <a:r>
              <a:rPr lang="en-US" sz="4400" dirty="0"/>
              <a:t> </a:t>
            </a:r>
          </a:p>
          <a:p>
            <a:r>
              <a:rPr lang="en-US" sz="6600" b="1" dirty="0"/>
              <a:t>Enjoy The Day!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47" y="2509178"/>
            <a:ext cx="3322721" cy="335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7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</TotalTime>
  <Words>157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Retrospect</vt:lpstr>
      <vt:lpstr>Professional Business Associates</vt:lpstr>
      <vt:lpstr>Professional Business Associates  Staff Training Event 2019</vt:lpstr>
      <vt:lpstr>Introductions –  Please Share Your:</vt:lpstr>
      <vt:lpstr>Technology @  Professional Business Associates</vt:lpstr>
      <vt:lpstr>Email @  Professional Business Associates</vt:lpstr>
      <vt:lpstr>Continued Development @  Professional Business Associates</vt:lpstr>
      <vt:lpstr>Questions?</vt:lpstr>
    </vt:vector>
  </TitlesOfParts>
  <Company>Northcentral Technical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Business Associates</dc:title>
  <dc:creator>Dianne Carroll</dc:creator>
  <cp:lastModifiedBy>Dianne Carroll</cp:lastModifiedBy>
  <cp:revision>11</cp:revision>
  <dcterms:created xsi:type="dcterms:W3CDTF">2018-07-18T20:37:39Z</dcterms:created>
  <dcterms:modified xsi:type="dcterms:W3CDTF">2018-07-19T16:46:59Z</dcterms:modified>
</cp:coreProperties>
</file>